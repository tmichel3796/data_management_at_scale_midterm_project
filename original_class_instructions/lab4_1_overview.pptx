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63" r:id="rId4"/>
    <p:sldId id="533" r:id="rId5"/>
    <p:sldId id="53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07" autoAdjust="0"/>
    <p:restoredTop sz="94707"/>
  </p:normalViewPr>
  <p:slideViewPr>
    <p:cSldViewPr snapToGrid="0">
      <p:cViewPr varScale="1">
        <p:scale>
          <a:sx n="145" d="100"/>
          <a:sy n="145" d="100"/>
        </p:scale>
        <p:origin x="7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F0035-1A65-4253-93F4-1FF43CEEA51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EDAB1-A585-4E86-B3B5-16D265B9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9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EBD4-3366-B228-7F71-1754AA417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98AE1-52DE-2517-15C2-1AE2CC6A6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3F36A-43AF-9F82-F794-1E6F2258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88C66-AB9C-12C7-5B23-EB47C248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E0459-92F0-6D80-9154-5DF70405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9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35DD-76E6-5636-9383-C806BE5A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6CCA-219D-68CC-D98A-2CDF8EB46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B6EA8-3114-D8A0-ACD4-75115355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65FB1-0455-B70B-5D92-C73775CD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86199-8D00-9D3D-F05D-2F00D3FF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1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4B3A-B313-8EBF-B13B-F349A4D8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951DF-EDB3-AD44-AEBB-ADBAB7821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C90FA-85B2-D1AB-2466-A98EF148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81AD7-D601-9C00-3993-A7AF8BC2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EF02D-AA94-BEBA-7E49-9DCFE08CE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3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2C4A-51BA-797E-E673-27588E51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0B08E-A3D1-23EB-44E0-EDB36A24A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555F2-7F6C-D700-9D01-0258C0535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85B9E-EE8B-D184-6380-31274041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72026-BA99-54C5-5217-C93BED7E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65E36-BCE8-5359-40D5-35C33822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98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1F26-CC39-2DB4-E10B-209D70AE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5DBF2-1B70-C325-6CCC-A7BAA7879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92DCF-E483-7B70-38A2-FCD82DE64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C599F-6D5A-A13C-E66E-918C4A7F3E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9FC33-71B6-EC6D-679C-FC2E5F905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301E02-663A-CD7C-DE2E-EE58C0A9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23E20-979B-B0E1-52BE-EFF1CD005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20A00-7294-6FA3-BCA1-32F9559B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32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9562-D9C9-3D31-3F39-D301F5BDE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A7B3F-0DB0-F952-B607-351310BDE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32C31-8229-F4EC-A618-3FC891B4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FB7304-1A20-2C93-FA67-2560FF5A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1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63273-C632-5483-6FD3-514881068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A52CC-4EDF-01E5-CD68-8B30BCA49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4B5B3-6D20-90F2-5B39-487CD715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CE70-9961-472D-68B7-42472B27C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4F358-0C1F-0F23-B448-3D874A0D3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9E4B-525C-8A5C-4665-FCE72EDFE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A2AD3-8A47-FB73-2C88-29EE98313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33773-2DB5-733F-1C78-E035108ED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E2A14-7577-B003-A92B-DCFFFC66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4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3599-3B81-A5A0-330D-C3EBB9B87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1B9B2-C651-72DE-A8B2-7A1AF00D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0A989-5D03-629C-5BDA-ED1AAB99F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76402-F6BE-6CF2-2976-CDCEA147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8ED66-3138-023C-CFC3-E0A21B66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B449E-F55E-48A8-0D1D-E9E739B6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78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F612-2E48-EF5E-0677-180FE708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4C389-94CE-DC32-FC17-CB246DF6C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A8D5A-8D2F-EF86-73A7-FC4C70095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D5FEA-1699-FCD5-FDA6-513D6F17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A768A-F758-899D-C0B8-F8EB120F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1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F48B97-CD47-0C75-D367-E62233BDC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2993A-736F-B22B-9D87-C25BF1E6E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A3DD5-1821-D1CD-8B53-2842055B8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D7A20-617A-F63F-2834-45C76893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4F856-E01D-8E13-762A-7857C137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8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ECDE4-82A5-F9F5-09E0-FAA142E9F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AF5A2-4D25-2210-BC96-A78D7AF60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8A07F-A74A-3456-4DFF-87A64DAC1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853B7-6FB4-4A66-9473-C4C66287204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20B74-A676-7718-93C0-2E8C0EB6D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7C102-1C1F-1750-BD68-1126ECC30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4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s.gov/tus/" TargetMode="External"/><Relationship Id="rId2" Type="http://schemas.openxmlformats.org/officeDocument/2006/relationships/hyperlink" Target="https://www.nbcnews.com/data-graphics/men-do-housework-women-still-do-more-rcna216748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causeweb.org/cause/uscots/uscots25/program/workshops/w10" TargetMode="External"/><Relationship Id="rId4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s.gov/tus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C095E-59C9-282F-9540-51E2010C5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60" y="449943"/>
            <a:ext cx="5503817" cy="23876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Time Use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E7B2E-86F9-25D2-BAFC-184A9456F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0492" y="3236120"/>
            <a:ext cx="5503817" cy="1655762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Article: </a:t>
            </a:r>
            <a:r>
              <a:rPr lang="en-US" sz="2000" dirty="0">
                <a:hlinkClick r:id="rId2"/>
              </a:rPr>
              <a:t>https://www.nbcnews.com/data-graphics/men-do-housework-women-still-do-more-rcna216748</a:t>
            </a:r>
            <a:endParaRPr lang="en-US" sz="2000" dirty="0"/>
          </a:p>
          <a:p>
            <a:pPr algn="l"/>
            <a:br>
              <a:rPr lang="en-US" sz="2000" dirty="0"/>
            </a:br>
            <a:r>
              <a:rPr lang="en-US" sz="2000" dirty="0"/>
              <a:t>Data: </a:t>
            </a:r>
            <a:r>
              <a:rPr lang="en-US" sz="2000" dirty="0">
                <a:hlinkClick r:id="rId3"/>
              </a:rPr>
              <a:t>https://www.bls.gov/tus/</a:t>
            </a:r>
            <a:endParaRPr lang="en-US" sz="2000" dirty="0"/>
          </a:p>
        </p:txBody>
      </p:sp>
      <p:pic>
        <p:nvPicPr>
          <p:cNvPr id="1026" name="Picture 2" descr="Pie chart of how you spend your time… – MU Neuro Lab">
            <a:extLst>
              <a:ext uri="{FF2B5EF4-FFF2-40B4-BE49-F238E27FC236}">
                <a16:creationId xmlns:a16="http://schemas.microsoft.com/office/drawing/2014/main" id="{2DBF6041-4F5E-E12C-873E-E34049870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343" y="1071154"/>
            <a:ext cx="4647272" cy="402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58F9F0-18C6-DFB6-F734-EA9043F7B755}"/>
              </a:ext>
            </a:extLst>
          </p:cNvPr>
          <p:cNvSpPr txBox="1"/>
          <p:nvPr/>
        </p:nvSpPr>
        <p:spPr>
          <a:xfrm>
            <a:off x="95405" y="6495980"/>
            <a:ext cx="6078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Source.  </a:t>
            </a:r>
            <a:r>
              <a:rPr lang="en-US" sz="1200" dirty="0"/>
              <a:t>Activity was designed by Dr. Chris Malone for </a:t>
            </a:r>
            <a:r>
              <a:rPr lang="en-US" sz="1200" dirty="0">
                <a:hlinkClick r:id="rId5"/>
              </a:rPr>
              <a:t>a summer workshop at USCOTS 25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95620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34EDF-3DFD-9A4D-A11F-FAE123196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8" y="562985"/>
            <a:ext cx="11134842" cy="54129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C089F7-4ACF-A347-02C4-18D2383B4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17" y="6045633"/>
            <a:ext cx="5882415" cy="69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80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C95F-4DB3-9611-D7AF-EB375DDB9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02" y="1753250"/>
            <a:ext cx="4849144" cy="3882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788329-685D-59C0-A5F6-19A18317243F}"/>
              </a:ext>
            </a:extLst>
          </p:cNvPr>
          <p:cNvSpPr txBox="1"/>
          <p:nvPr/>
        </p:nvSpPr>
        <p:spPr>
          <a:xfrm>
            <a:off x="0" y="929770"/>
            <a:ext cx="6567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Gender Divide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A78367-6591-F505-B557-8A9ACAC0D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055" y="1753250"/>
            <a:ext cx="5166033" cy="40570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3476FB-177C-C665-2FAE-638CD5004387}"/>
              </a:ext>
            </a:extLst>
          </p:cNvPr>
          <p:cNvSpPr txBox="1"/>
          <p:nvPr/>
        </p:nvSpPr>
        <p:spPr>
          <a:xfrm>
            <a:off x="5624946" y="929769"/>
            <a:ext cx="6567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Men Time Spent</a:t>
            </a:r>
          </a:p>
        </p:txBody>
      </p:sp>
    </p:spTree>
    <p:extLst>
      <p:ext uri="{BB962C8B-B14F-4D97-AF65-F5344CB8AC3E}">
        <p14:creationId xmlns:p14="http://schemas.microsoft.com/office/powerpoint/2010/main" val="1694698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DDAF1-81A5-A527-B3B9-8FF33D98C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64790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Where to get the data?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FE4B92-2981-9FBC-23D8-4649EC160B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959"/>
          <a:stretch>
            <a:fillRect/>
          </a:stretch>
        </p:blipFill>
        <p:spPr>
          <a:xfrm>
            <a:off x="143116" y="2840299"/>
            <a:ext cx="3628037" cy="31033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8632B6-8A26-1B99-2EEC-1438BD128DEC}"/>
              </a:ext>
            </a:extLst>
          </p:cNvPr>
          <p:cNvSpPr txBox="1"/>
          <p:nvPr/>
        </p:nvSpPr>
        <p:spPr>
          <a:xfrm>
            <a:off x="463640" y="1602444"/>
            <a:ext cx="272058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hlinkClick r:id="rId3"/>
              </a:rPr>
              <a:t>https://www.bls.gov/tus/</a:t>
            </a:r>
            <a:r>
              <a:rPr lang="en-US" sz="1800" dirty="0"/>
              <a:t>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63FDE8-9060-075D-1A0A-28CAD9CC4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853" y="1602444"/>
            <a:ext cx="3363171" cy="4860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573160-072B-5AA5-F6A3-21DEED78F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746" y="1027906"/>
            <a:ext cx="3465561" cy="5665304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0EA20177-1234-B756-6F5F-971B1A5DD7A8}"/>
              </a:ext>
            </a:extLst>
          </p:cNvPr>
          <p:cNvSpPr/>
          <p:nvPr/>
        </p:nvSpPr>
        <p:spPr>
          <a:xfrm>
            <a:off x="1660488" y="2162908"/>
            <a:ext cx="386862" cy="536330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F6E25BB4-09DB-1353-D873-BBB2F3203E6B}"/>
              </a:ext>
            </a:extLst>
          </p:cNvPr>
          <p:cNvSpPr/>
          <p:nvPr/>
        </p:nvSpPr>
        <p:spPr>
          <a:xfrm rot="16200000">
            <a:off x="4072257" y="4163541"/>
            <a:ext cx="386862" cy="536330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9A66AD1B-E0C7-A09D-146C-8D47EF6EB3A5}"/>
              </a:ext>
            </a:extLst>
          </p:cNvPr>
          <p:cNvSpPr/>
          <p:nvPr/>
        </p:nvSpPr>
        <p:spPr>
          <a:xfrm rot="16200000">
            <a:off x="8080454" y="4163541"/>
            <a:ext cx="386862" cy="536330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28B1F0-76F4-557D-6B2B-D0DD8FA0EC1D}"/>
              </a:ext>
            </a:extLst>
          </p:cNvPr>
          <p:cNvSpPr/>
          <p:nvPr/>
        </p:nvSpPr>
        <p:spPr>
          <a:xfrm>
            <a:off x="8818685" y="3191608"/>
            <a:ext cx="1890346" cy="237392"/>
          </a:xfrm>
          <a:prstGeom prst="rect">
            <a:avLst/>
          </a:prstGeom>
          <a:solidFill>
            <a:srgbClr val="E97232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5AAE59-542C-3AF6-812A-A69CB2A91CA8}"/>
              </a:ext>
            </a:extLst>
          </p:cNvPr>
          <p:cNvSpPr/>
          <p:nvPr/>
        </p:nvSpPr>
        <p:spPr>
          <a:xfrm>
            <a:off x="8818685" y="4067730"/>
            <a:ext cx="1564842" cy="237392"/>
          </a:xfrm>
          <a:prstGeom prst="rect">
            <a:avLst/>
          </a:prstGeom>
          <a:solidFill>
            <a:srgbClr val="E97232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4BA5FE-0BEF-471E-1E75-76CE1E989B55}"/>
              </a:ext>
            </a:extLst>
          </p:cNvPr>
          <p:cNvSpPr/>
          <p:nvPr/>
        </p:nvSpPr>
        <p:spPr>
          <a:xfrm>
            <a:off x="8818685" y="5261774"/>
            <a:ext cx="1415561" cy="237392"/>
          </a:xfrm>
          <a:prstGeom prst="rect">
            <a:avLst/>
          </a:prstGeom>
          <a:solidFill>
            <a:srgbClr val="E97232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31A1C-94B8-337C-2778-8B9D4803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4.1</a:t>
            </a:r>
            <a:br>
              <a:rPr lang="en-US" dirty="0"/>
            </a:br>
            <a:r>
              <a:rPr lang="en-US" sz="2000" dirty="0"/>
              <a:t>Download and unzip files for 2003-2024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3A327-2316-DA42-CB54-1F6647EB3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Add a new notebook for downloading and unzipping.  Name it appropriately.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Inspect the various URLs and identify the pattern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f-strings to create lists of URLs, one for each file type across all years.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 a separate cell for each file type, implement the Python code for downloading and unzipping the files.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Use try/except to catch any errors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Use print statements to track progress</a:t>
            </a:r>
          </a:p>
        </p:txBody>
      </p:sp>
    </p:spTree>
    <p:extLst>
      <p:ext uri="{BB962C8B-B14F-4D97-AF65-F5344CB8AC3E}">
        <p14:creationId xmlns:p14="http://schemas.microsoft.com/office/powerpoint/2010/main" val="2307007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149</Words>
  <Application>Microsoft Macintosh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 Time Use Example</vt:lpstr>
      <vt:lpstr>PowerPoint Presentation</vt:lpstr>
      <vt:lpstr>PowerPoint Presentation</vt:lpstr>
      <vt:lpstr>Where to get the data?</vt:lpstr>
      <vt:lpstr>Lab 4.1 Download and unzip files for 2003-2024 </vt:lpstr>
    </vt:vector>
  </TitlesOfParts>
  <Company>Winona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Malone, Christopher J</dc:creator>
  <cp:lastModifiedBy>Iverson, Todd</cp:lastModifiedBy>
  <cp:revision>17</cp:revision>
  <dcterms:created xsi:type="dcterms:W3CDTF">2025-07-16T01:47:32Z</dcterms:created>
  <dcterms:modified xsi:type="dcterms:W3CDTF">2025-10-02T12:27:42Z</dcterms:modified>
</cp:coreProperties>
</file>