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536" r:id="rId2"/>
    <p:sldId id="53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450" autoAdjust="0"/>
    <p:restoredTop sz="94822"/>
  </p:normalViewPr>
  <p:slideViewPr>
    <p:cSldViewPr snapToGrid="0">
      <p:cViewPr varScale="1">
        <p:scale>
          <a:sx n="83" d="100"/>
          <a:sy n="83" d="100"/>
        </p:scale>
        <p:origin x="67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F0035-1A65-4253-93F4-1FF43CEEA517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EDAB1-A585-4E86-B3B5-16D265B9D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099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0EBD4-3366-B228-7F71-1754AA417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98AE1-52DE-2517-15C2-1AE2CC6A67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3F36A-43AF-9F82-F794-1E6F2258D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88C66-AB9C-12C7-5B23-EB47C2488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E0459-92F0-6D80-9154-5DF704056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397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135DD-76E6-5636-9383-C806BE5A4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D6CCA-219D-68CC-D98A-2CDF8EB46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B6EA8-3114-D8A0-ACD4-75115355A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65FB1-0455-B70B-5D92-C73775CD0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86199-8D00-9D3D-F05D-2F00D3FF2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516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64B3A-B313-8EBF-B13B-F349A4D89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951DF-EDB3-AD44-AEBB-ADBAB7821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C90FA-85B2-D1AB-2466-A98EF148A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81AD7-D601-9C00-3993-A7AF8BC26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EF02D-AA94-BEBA-7E49-9DCFE08CE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231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12C4A-51BA-797E-E673-27588E51F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0B08E-A3D1-23EB-44E0-EDB36A24A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4555F2-7F6C-D700-9D01-0258C0535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C85B9E-EE8B-D184-6380-312740419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72026-BA99-54C5-5217-C93BED7E5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C65E36-BCE8-5359-40D5-35C338225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498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B1F26-CC39-2DB4-E10B-209D70AED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5DBF2-1B70-C325-6CCC-A7BAA7879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92DCF-E483-7B70-38A2-FCD82DE64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DC599F-6D5A-A13C-E66E-918C4A7F3E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99FC33-71B6-EC6D-679C-FC2E5F9050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301E02-663A-CD7C-DE2E-EE58C0A9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523E20-979B-B0E1-52BE-EFF1CD005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B20A00-7294-6FA3-BCA1-32F9559BE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032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E9562-D9C9-3D31-3F39-D301F5BDE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A7B3F-0DB0-F952-B607-351310BDE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B32C31-8229-F4EC-A618-3FC891B41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FB7304-1A20-2C93-FA67-2560FF5AD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819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763273-C632-5483-6FD3-514881068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9A52CC-4EDF-01E5-CD68-8B30BCA49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4B5B3-6D20-90F2-5B39-487CD7154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45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7CE70-9961-472D-68B7-42472B27C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4F358-0C1F-0F23-B448-3D874A0D3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9F9E4B-525C-8A5C-4665-FCE72EDFE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A2AD3-8A47-FB73-2C88-29EE98313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33773-2DB5-733F-1C78-E035108ED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E2A14-7577-B003-A92B-DCFFFC661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40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A3599-3B81-A5A0-330D-C3EBB9B87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31B9B2-C651-72DE-A8B2-7A1AF00DD6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F0A989-5D03-629C-5BDA-ED1AAB99F5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976402-F6BE-6CF2-2976-CDCEA1476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8ED66-3138-023C-CFC3-E0A21B66E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B449E-F55E-48A8-0D1D-E9E739B62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778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9F612-2E48-EF5E-0677-180FE708D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E4C389-94CE-DC32-FC17-CB246DF6C4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A8D5A-8D2F-EF86-73A7-FC4C70095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D5FEA-1699-FCD5-FDA6-513D6F173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A768A-F758-899D-C0B8-F8EB120F8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18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F48B97-CD47-0C75-D367-E62233BDC1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52993A-736F-B22B-9D87-C25BF1E6E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A3DD5-1821-D1CD-8B53-2842055B8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853B7-6FB4-4A66-9473-C4C66287204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D7A20-617A-F63F-2834-45C768932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4F856-E01D-8E13-762A-7857C1372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28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9ECDE4-82A5-F9F5-09E0-FAA142E9F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AF5A2-4D25-2210-BC96-A78D7AF60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8A07F-A74A-3456-4DFF-87A64DAC1A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E853B7-6FB4-4A66-9473-C4C66287204C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20B74-A676-7718-93C0-2E8C0EB6D2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7C102-1C1F-1750-BD68-1126ECC30E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7CE7F2-2199-469E-B6FD-07AD1E5CF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74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B23E68B-658A-9A14-A3F4-64B4AABD6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503" y="0"/>
            <a:ext cx="6544849" cy="6858000"/>
          </a:xfrm>
          <a:prstGeom prst="rect">
            <a:avLst/>
          </a:prstGeom>
        </p:spPr>
      </p:pic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F82F6A02-6611-F06C-529E-F0D401ADD218}"/>
              </a:ext>
            </a:extLst>
          </p:cNvPr>
          <p:cNvSpPr/>
          <p:nvPr/>
        </p:nvSpPr>
        <p:spPr>
          <a:xfrm>
            <a:off x="3569680" y="3169626"/>
            <a:ext cx="2388575" cy="1077057"/>
          </a:xfrm>
          <a:prstGeom prst="wedgeRoundRectCallout">
            <a:avLst>
              <a:gd name="adj1" fmla="val 81419"/>
              <a:gd name="adj2" fmla="val 36473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Average ??? on ??? per ??? grouped by</a:t>
            </a:r>
          </a:p>
          <a:p>
            <a:pPr algn="ctr"/>
            <a:r>
              <a:rPr lang="en-US" dirty="0"/>
              <a:t>(???, ???)</a:t>
            </a: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155C8AA1-1FF7-F397-E00E-0EED38512977}"/>
              </a:ext>
            </a:extLst>
          </p:cNvPr>
          <p:cNvSpPr/>
          <p:nvPr/>
        </p:nvSpPr>
        <p:spPr>
          <a:xfrm>
            <a:off x="3631224" y="1696915"/>
            <a:ext cx="2388576" cy="1211873"/>
          </a:xfrm>
          <a:prstGeom prst="wedgeRoundRectCallout">
            <a:avLst>
              <a:gd name="adj1" fmla="val 79579"/>
              <a:gd name="adj2" fmla="val 40826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Average ??? on ??? per ??? </a:t>
            </a:r>
          </a:p>
          <a:p>
            <a:pPr algn="ctr"/>
            <a:r>
              <a:rPr lang="en-US" dirty="0"/>
              <a:t>grouped by (???, ???)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90B1F55-EB31-2C1A-2D37-75AA49ADD51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3306306"/>
                  </p:ext>
                </p:extLst>
              </p:nvPr>
            </p:nvGraphicFramePr>
            <p:xfrm>
              <a:off x="243254" y="934720"/>
              <a:ext cx="3217008" cy="2768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2336">
                      <a:extLst>
                        <a:ext uri="{9D8B030D-6E8A-4147-A177-3AD203B41FA5}">
                          <a16:colId xmlns:a16="http://schemas.microsoft.com/office/drawing/2014/main" val="3357431543"/>
                        </a:ext>
                      </a:extLst>
                    </a:gridCol>
                    <a:gridCol w="1072336">
                      <a:extLst>
                        <a:ext uri="{9D8B030D-6E8A-4147-A177-3AD203B41FA5}">
                          <a16:colId xmlns:a16="http://schemas.microsoft.com/office/drawing/2014/main" val="195571543"/>
                        </a:ext>
                      </a:extLst>
                    </a:gridCol>
                    <a:gridCol w="1072336">
                      <a:extLst>
                        <a:ext uri="{9D8B030D-6E8A-4147-A177-3AD203B41FA5}">
                          <a16:colId xmlns:a16="http://schemas.microsoft.com/office/drawing/2014/main" val="36206006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year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gender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Time spent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22453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2004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434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2004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435819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039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52592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073858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90B1F55-EB31-2C1A-2D37-75AA49ADD51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3306306"/>
                  </p:ext>
                </p:extLst>
              </p:nvPr>
            </p:nvGraphicFramePr>
            <p:xfrm>
              <a:off x="243254" y="934720"/>
              <a:ext cx="3217008" cy="2768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72336">
                      <a:extLst>
                        <a:ext uri="{9D8B030D-6E8A-4147-A177-3AD203B41FA5}">
                          <a16:colId xmlns:a16="http://schemas.microsoft.com/office/drawing/2014/main" val="3357431543"/>
                        </a:ext>
                      </a:extLst>
                    </a:gridCol>
                    <a:gridCol w="1072336">
                      <a:extLst>
                        <a:ext uri="{9D8B030D-6E8A-4147-A177-3AD203B41FA5}">
                          <a16:colId xmlns:a16="http://schemas.microsoft.com/office/drawing/2014/main" val="195571543"/>
                        </a:ext>
                      </a:extLst>
                    </a:gridCol>
                    <a:gridCol w="1072336">
                      <a:extLst>
                        <a:ext uri="{9D8B030D-6E8A-4147-A177-3AD203B41FA5}">
                          <a16:colId xmlns:a16="http://schemas.microsoft.com/office/drawing/2014/main" val="362060066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year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gender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Time spent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22453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2004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434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2004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435819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039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2005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52592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68" t="-652459" r="-20284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652459" r="-101695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136" t="-652459" r="-2273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07385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5CD4C45-E486-5BAF-79BF-CB353E6B2912}"/>
              </a:ext>
            </a:extLst>
          </p:cNvPr>
          <p:cNvSpPr txBox="1"/>
          <p:nvPr/>
        </p:nvSpPr>
        <p:spPr>
          <a:xfrm>
            <a:off x="1023920" y="4971313"/>
            <a:ext cx="1843069" cy="13388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dirty="0"/>
              <a:t>Graphical Spec.</a:t>
            </a:r>
          </a:p>
          <a:p>
            <a:pPr>
              <a:lnSpc>
                <a:spcPct val="90000"/>
              </a:lnSpc>
            </a:pPr>
            <a:r>
              <a:rPr lang="en-US" dirty="0"/>
              <a:t>Geometry: ???</a:t>
            </a:r>
          </a:p>
          <a:p>
            <a:pPr>
              <a:lnSpc>
                <a:spcPct val="90000"/>
              </a:lnSpc>
            </a:pPr>
            <a:r>
              <a:rPr lang="en-US" dirty="0"/>
              <a:t>Var ? </a:t>
            </a:r>
            <a:r>
              <a:rPr lang="en-US" dirty="0">
                <a:sym typeface="Wingdings" panose="05000000000000000000" pitchFamily="2" charset="2"/>
              </a:rPr>
              <a:t> Aes. ?</a:t>
            </a:r>
          </a:p>
          <a:p>
            <a:pPr>
              <a:lnSpc>
                <a:spcPct val="90000"/>
              </a:lnSpc>
            </a:pPr>
            <a:r>
              <a:rPr lang="en-US" dirty="0"/>
              <a:t>Var ? </a:t>
            </a:r>
            <a:r>
              <a:rPr lang="en-US" dirty="0">
                <a:sym typeface="Wingdings" panose="05000000000000000000" pitchFamily="2" charset="2"/>
              </a:rPr>
              <a:t> Aes. ?</a:t>
            </a:r>
          </a:p>
          <a:p>
            <a:pPr>
              <a:lnSpc>
                <a:spcPct val="90000"/>
              </a:lnSpc>
            </a:pPr>
            <a:r>
              <a:rPr lang="en-US" dirty="0"/>
              <a:t>Var ? </a:t>
            </a:r>
            <a:r>
              <a:rPr lang="en-US" dirty="0">
                <a:sym typeface="Wingdings" panose="05000000000000000000" pitchFamily="2" charset="2"/>
              </a:rPr>
              <a:t> Aes. ?</a:t>
            </a:r>
          </a:p>
        </p:txBody>
      </p:sp>
      <p:sp>
        <p:nvSpPr>
          <p:cNvPr id="9" name="Left Arrow 8">
            <a:extLst>
              <a:ext uri="{FF2B5EF4-FFF2-40B4-BE49-F238E27FC236}">
                <a16:creationId xmlns:a16="http://schemas.microsoft.com/office/drawing/2014/main" id="{AB8F2F75-7615-B29B-7CCA-AB14F740AF53}"/>
              </a:ext>
            </a:extLst>
          </p:cNvPr>
          <p:cNvSpPr/>
          <p:nvPr/>
        </p:nvSpPr>
        <p:spPr>
          <a:xfrm>
            <a:off x="3460262" y="5302223"/>
            <a:ext cx="1863968" cy="677007"/>
          </a:xfrm>
          <a:prstGeom prst="leftArrow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Arrow 9">
            <a:extLst>
              <a:ext uri="{FF2B5EF4-FFF2-40B4-BE49-F238E27FC236}">
                <a16:creationId xmlns:a16="http://schemas.microsoft.com/office/drawing/2014/main" id="{34D01AF8-392D-4151-8612-8355A3D16C83}"/>
              </a:ext>
            </a:extLst>
          </p:cNvPr>
          <p:cNvSpPr/>
          <p:nvPr/>
        </p:nvSpPr>
        <p:spPr>
          <a:xfrm rot="5400000">
            <a:off x="1414705" y="3861653"/>
            <a:ext cx="874104" cy="677007"/>
          </a:xfrm>
          <a:prstGeom prst="leftArrow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986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D8CD97-EE8F-5B19-6A36-B34C36178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472" y="0"/>
            <a:ext cx="6673528" cy="6858000"/>
          </a:xfrm>
          <a:prstGeom prst="rect">
            <a:avLst/>
          </a:prstGeom>
        </p:spPr>
      </p:pic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A168DB89-6728-6A3F-6F3E-03728DE1C841}"/>
              </a:ext>
            </a:extLst>
          </p:cNvPr>
          <p:cNvSpPr/>
          <p:nvPr/>
        </p:nvSpPr>
        <p:spPr>
          <a:xfrm>
            <a:off x="3129897" y="3198200"/>
            <a:ext cx="2388575" cy="1077057"/>
          </a:xfrm>
          <a:prstGeom prst="wedgeRoundRectCallout">
            <a:avLst>
              <a:gd name="adj1" fmla="val 81419"/>
              <a:gd name="adj2" fmla="val 36473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Average ??? on ??? per ??? over</a:t>
            </a:r>
          </a:p>
          <a:p>
            <a:pPr algn="ctr"/>
            <a:r>
              <a:rPr lang="en-US" dirty="0"/>
              <a:t>(???, ???)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DEAD741-914D-8A1D-DFE5-FA0A825AED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8909963"/>
                  </p:ext>
                </p:extLst>
              </p:nvPr>
            </p:nvGraphicFramePr>
            <p:xfrm>
              <a:off x="214679" y="303407"/>
              <a:ext cx="4637044" cy="2123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59261">
                      <a:extLst>
                        <a:ext uri="{9D8B030D-6E8A-4147-A177-3AD203B41FA5}">
                          <a16:colId xmlns:a16="http://schemas.microsoft.com/office/drawing/2014/main" val="3357431543"/>
                        </a:ext>
                      </a:extLst>
                    </a:gridCol>
                    <a:gridCol w="1159261">
                      <a:extLst>
                        <a:ext uri="{9D8B030D-6E8A-4147-A177-3AD203B41FA5}">
                          <a16:colId xmlns:a16="http://schemas.microsoft.com/office/drawing/2014/main" val="195571543"/>
                        </a:ext>
                      </a:extLst>
                    </a:gridCol>
                    <a:gridCol w="1159261">
                      <a:extLst>
                        <a:ext uri="{9D8B030D-6E8A-4147-A177-3AD203B41FA5}">
                          <a16:colId xmlns:a16="http://schemas.microsoft.com/office/drawing/2014/main" val="3725108802"/>
                        </a:ext>
                      </a:extLst>
                    </a:gridCol>
                    <a:gridCol w="1159261">
                      <a:extLst>
                        <a:ext uri="{9D8B030D-6E8A-4147-A177-3AD203B41FA5}">
                          <a16:colId xmlns:a16="http://schemas.microsoft.com/office/drawing/2014/main" val="36206006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year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gender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Activity type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rate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22453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2004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food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434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2004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clean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435819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2004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laundry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039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073858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DEAD741-914D-8A1D-DFE5-FA0A825AED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8909963"/>
                  </p:ext>
                </p:extLst>
              </p:nvPr>
            </p:nvGraphicFramePr>
            <p:xfrm>
              <a:off x="214679" y="303407"/>
              <a:ext cx="4637044" cy="2123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59261">
                      <a:extLst>
                        <a:ext uri="{9D8B030D-6E8A-4147-A177-3AD203B41FA5}">
                          <a16:colId xmlns:a16="http://schemas.microsoft.com/office/drawing/2014/main" val="3357431543"/>
                        </a:ext>
                      </a:extLst>
                    </a:gridCol>
                    <a:gridCol w="1159261">
                      <a:extLst>
                        <a:ext uri="{9D8B030D-6E8A-4147-A177-3AD203B41FA5}">
                          <a16:colId xmlns:a16="http://schemas.microsoft.com/office/drawing/2014/main" val="195571543"/>
                        </a:ext>
                      </a:extLst>
                    </a:gridCol>
                    <a:gridCol w="1159261">
                      <a:extLst>
                        <a:ext uri="{9D8B030D-6E8A-4147-A177-3AD203B41FA5}">
                          <a16:colId xmlns:a16="http://schemas.microsoft.com/office/drawing/2014/main" val="3725108802"/>
                        </a:ext>
                      </a:extLst>
                    </a:gridCol>
                    <a:gridCol w="1159261">
                      <a:extLst>
                        <a:ext uri="{9D8B030D-6E8A-4147-A177-3AD203B41FA5}">
                          <a16:colId xmlns:a16="http://schemas.microsoft.com/office/drawing/2014/main" val="3620600663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year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gender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Activity type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rate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22453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2004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food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4346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2004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clean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435819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2004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laundry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039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26" t="-480328" r="-303158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480328" r="-20157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1053" t="-480328" r="-2632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07385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06BFAE8E-6E2E-6858-DE7E-EA923D1CC764}"/>
              </a:ext>
            </a:extLst>
          </p:cNvPr>
          <p:cNvSpPr/>
          <p:nvPr/>
        </p:nvSpPr>
        <p:spPr>
          <a:xfrm>
            <a:off x="2716823" y="4489571"/>
            <a:ext cx="2662437" cy="1077057"/>
          </a:xfrm>
          <a:prstGeom prst="wedgeRoundRectCallout">
            <a:avLst>
              <a:gd name="adj1" fmla="val 84609"/>
              <a:gd name="adj2" fmla="val -15704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Average ??? on ??? per ??? over</a:t>
            </a:r>
          </a:p>
          <a:p>
            <a:pPr algn="ctr"/>
            <a:r>
              <a:rPr lang="en-US" dirty="0"/>
              <a:t>(???, ???)</a:t>
            </a: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87126462-B9A0-18E7-D85A-3BE914A034CA}"/>
              </a:ext>
            </a:extLst>
          </p:cNvPr>
          <p:cNvSpPr/>
          <p:nvPr/>
        </p:nvSpPr>
        <p:spPr>
          <a:xfrm>
            <a:off x="6240223" y="5728483"/>
            <a:ext cx="2662437" cy="1077057"/>
          </a:xfrm>
          <a:prstGeom prst="wedgeRoundRectCallout">
            <a:avLst>
              <a:gd name="adj1" fmla="val -32955"/>
              <a:gd name="adj2" fmla="val -76112"/>
              <a:gd name="adj3" fmla="val 16667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Average ??? on ??? per ??? over</a:t>
            </a:r>
          </a:p>
          <a:p>
            <a:pPr algn="ctr"/>
            <a:r>
              <a:rPr lang="en-US" dirty="0"/>
              <a:t>(???, ???)</a:t>
            </a:r>
          </a:p>
        </p:txBody>
      </p:sp>
      <p:sp>
        <p:nvSpPr>
          <p:cNvPr id="11" name="Left Arrow 10">
            <a:extLst>
              <a:ext uri="{FF2B5EF4-FFF2-40B4-BE49-F238E27FC236}">
                <a16:creationId xmlns:a16="http://schemas.microsoft.com/office/drawing/2014/main" id="{EB7D979B-3E28-E114-1D44-2FBC7EDA9166}"/>
              </a:ext>
            </a:extLst>
          </p:cNvPr>
          <p:cNvSpPr/>
          <p:nvPr/>
        </p:nvSpPr>
        <p:spPr>
          <a:xfrm>
            <a:off x="2987755" y="5770047"/>
            <a:ext cx="1863968" cy="677007"/>
          </a:xfrm>
          <a:prstGeom prst="leftArrow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Arrow 11">
            <a:extLst>
              <a:ext uri="{FF2B5EF4-FFF2-40B4-BE49-F238E27FC236}">
                <a16:creationId xmlns:a16="http://schemas.microsoft.com/office/drawing/2014/main" id="{3DA8ED24-02A1-1647-26DA-42B77F2FBB5E}"/>
              </a:ext>
            </a:extLst>
          </p:cNvPr>
          <p:cNvSpPr/>
          <p:nvPr/>
        </p:nvSpPr>
        <p:spPr>
          <a:xfrm rot="5400000">
            <a:off x="1035894" y="3729109"/>
            <a:ext cx="874104" cy="677007"/>
          </a:xfrm>
          <a:prstGeom prst="leftArrow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720485-D4B2-DC71-56BB-40DA0004AFC0}"/>
              </a:ext>
            </a:extLst>
          </p:cNvPr>
          <p:cNvSpPr txBox="1"/>
          <p:nvPr/>
        </p:nvSpPr>
        <p:spPr>
          <a:xfrm>
            <a:off x="477937" y="4897214"/>
            <a:ext cx="1843069" cy="13388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b="1" dirty="0"/>
              <a:t>Graphical Spec.</a:t>
            </a:r>
          </a:p>
          <a:p>
            <a:pPr>
              <a:lnSpc>
                <a:spcPct val="90000"/>
              </a:lnSpc>
            </a:pPr>
            <a:r>
              <a:rPr lang="en-US" dirty="0"/>
              <a:t>Geometry: ???</a:t>
            </a:r>
          </a:p>
          <a:p>
            <a:pPr>
              <a:lnSpc>
                <a:spcPct val="90000"/>
              </a:lnSpc>
            </a:pPr>
            <a:r>
              <a:rPr lang="en-US" dirty="0"/>
              <a:t>Var ? </a:t>
            </a:r>
            <a:r>
              <a:rPr lang="en-US" dirty="0">
                <a:sym typeface="Wingdings" panose="05000000000000000000" pitchFamily="2" charset="2"/>
              </a:rPr>
              <a:t> Aes. ?</a:t>
            </a:r>
          </a:p>
          <a:p>
            <a:pPr>
              <a:lnSpc>
                <a:spcPct val="90000"/>
              </a:lnSpc>
            </a:pPr>
            <a:r>
              <a:rPr lang="en-US" dirty="0"/>
              <a:t>Var ? </a:t>
            </a:r>
            <a:r>
              <a:rPr lang="en-US" dirty="0">
                <a:sym typeface="Wingdings" panose="05000000000000000000" pitchFamily="2" charset="2"/>
              </a:rPr>
              <a:t> Aes. ?</a:t>
            </a:r>
          </a:p>
          <a:p>
            <a:pPr>
              <a:lnSpc>
                <a:spcPct val="90000"/>
              </a:lnSpc>
            </a:pPr>
            <a:r>
              <a:rPr lang="en-US" dirty="0"/>
              <a:t>Var ? </a:t>
            </a:r>
            <a:r>
              <a:rPr lang="en-US" dirty="0">
                <a:sym typeface="Wingdings" panose="05000000000000000000" pitchFamily="2" charset="2"/>
              </a:rPr>
              <a:t> Aes. ?</a:t>
            </a:r>
          </a:p>
        </p:txBody>
      </p:sp>
    </p:spTree>
    <p:extLst>
      <p:ext uri="{BB962C8B-B14F-4D97-AF65-F5344CB8AC3E}">
        <p14:creationId xmlns:p14="http://schemas.microsoft.com/office/powerpoint/2010/main" val="3212585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3094</TotalTime>
  <Words>134</Words>
  <Application>Microsoft Office PowerPoint</Application>
  <PresentationFormat>Widescreen</PresentationFormat>
  <Paragraphs>57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Wingdings</vt:lpstr>
      <vt:lpstr>Office Theme</vt:lpstr>
      <vt:lpstr>PowerPoint Presentation</vt:lpstr>
      <vt:lpstr>PowerPoint Presentation</vt:lpstr>
    </vt:vector>
  </TitlesOfParts>
  <Company>Winona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Malone, Christopher J</dc:creator>
  <cp:lastModifiedBy>Michel, Trevor A</cp:lastModifiedBy>
  <cp:revision>21</cp:revision>
  <dcterms:created xsi:type="dcterms:W3CDTF">2025-07-16T01:47:32Z</dcterms:created>
  <dcterms:modified xsi:type="dcterms:W3CDTF">2025-10-13T15:27:21Z</dcterms:modified>
</cp:coreProperties>
</file>